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80" d="100"/>
          <a:sy n="80" d="100"/>
        </p:scale>
        <p:origin x="51" y="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70B82-2313-477F-88D4-2DA4DA1A84E7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0CEAB3CA-D93E-4E4E-A4EE-2EAFAA75A2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2584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70B82-2313-477F-88D4-2DA4DA1A84E7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B3CA-D93E-4E4E-A4EE-2EAFAA75A2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3849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70B82-2313-477F-88D4-2DA4DA1A84E7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CEAB3CA-D93E-4E4E-A4EE-2EAFAA75A2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4223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70B82-2313-477F-88D4-2DA4DA1A84E7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CEAB3CA-D93E-4E4E-A4EE-2EAFAA75A2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3451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70B82-2313-477F-88D4-2DA4DA1A84E7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CEAB3CA-D93E-4E4E-A4EE-2EAFAA75A2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3205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70B82-2313-477F-88D4-2DA4DA1A84E7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B3CA-D93E-4E4E-A4EE-2EAFAA75A2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2212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70B82-2313-477F-88D4-2DA4DA1A84E7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B3CA-D93E-4E4E-A4EE-2EAFAA75A2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721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70B82-2313-477F-88D4-2DA4DA1A84E7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B3CA-D93E-4E4E-A4EE-2EAFAA75A2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4316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70B82-2313-477F-88D4-2DA4DA1A84E7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CEAB3CA-D93E-4E4E-A4EE-2EAFAA75A2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1781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70B82-2313-477F-88D4-2DA4DA1A84E7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CEAB3CA-D93E-4E4E-A4EE-2EAFAA75A2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5558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70B82-2313-477F-88D4-2DA4DA1A84E7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CEAB3CA-D93E-4E4E-A4EE-2EAFAA75A291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753728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70B82-2313-477F-88D4-2DA4DA1A84E7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CEAB3CA-D93E-4E4E-A4EE-2EAFAA75A2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93829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70B82-2313-477F-88D4-2DA4DA1A84E7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CEAB3CA-D93E-4E4E-A4EE-2EAFAA75A291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178646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70B82-2313-477F-88D4-2DA4DA1A84E7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CEAB3CA-D93E-4E4E-A4EE-2EAFAA75A2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1254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70B82-2313-477F-88D4-2DA4DA1A84E7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B3CA-D93E-4E4E-A4EE-2EAFAA75A2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38061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70B82-2313-477F-88D4-2DA4DA1A84E7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B3CA-D93E-4E4E-A4EE-2EAFAA75A2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0426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0"/>
            <a:ext cx="2356674" cy="6853283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11" name="Freeform 27"/>
            <p:cNvSpPr/>
            <p:nvPr/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770B82-2313-477F-88D4-2DA4DA1A84E7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0CEAB3CA-D93E-4E4E-A4EE-2EAFAA75A2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88043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>
                <a:latin typeface="Arial Black" panose="020B0A04020102020204" pitchFamily="34" charset="0"/>
              </a:rPr>
              <a:t>Мой проект</a:t>
            </a:r>
            <a:endParaRPr lang="ru-RU" dirty="0">
              <a:latin typeface="Arial Black" panose="020B0A04020102020204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37084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Arial Black" panose="020B0A04020102020204" pitchFamily="34" charset="0"/>
              </a:rPr>
              <a:t>Тема проекта</a:t>
            </a:r>
            <a:endParaRPr lang="ru-RU" dirty="0">
              <a:latin typeface="Arial Black" panose="020B0A04020102020204" pitchFamily="34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3"/>
          </p:nvPr>
        </p:nvSpPr>
        <p:spPr>
          <a:xfrm>
            <a:off x="3314768" y="3505200"/>
            <a:ext cx="7536554" cy="381000"/>
          </a:xfrm>
        </p:spPr>
        <p:txBody>
          <a:bodyPr/>
          <a:lstStyle/>
          <a:p>
            <a:r>
              <a:rPr lang="en-US" dirty="0" smtClean="0">
                <a:latin typeface="Arial Black" panose="020B0A04020102020204" pitchFamily="34" charset="0"/>
              </a:rPr>
              <a:t>CRM </a:t>
            </a:r>
            <a:r>
              <a:rPr lang="ru-RU" dirty="0" smtClean="0">
                <a:latin typeface="Arial Black" panose="020B0A04020102020204" pitchFamily="34" charset="0"/>
              </a:rPr>
              <a:t>система для больницы</a:t>
            </a:r>
            <a:endParaRPr lang="ru-RU" dirty="0">
              <a:latin typeface="Arial Black" panose="020B0A04020102020204" pitchFamily="34" charset="0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>
                <a:latin typeface="Arial Black" panose="020B0A04020102020204" pitchFamily="34" charset="0"/>
              </a:rPr>
              <a:t>Мой проект облегчает работу врачу и жизнь пациенту. </a:t>
            </a:r>
            <a:endParaRPr lang="ru-RU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1179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Arial Black" panose="020B0A04020102020204" pitchFamily="34" charset="0"/>
              </a:rPr>
              <a:t>Как проект работает</a:t>
            </a:r>
            <a:endParaRPr lang="ru-RU" dirty="0">
              <a:latin typeface="Arial Black" panose="020B0A04020102020204" pitchFamily="34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 smtClean="0">
                <a:latin typeface="Arial Black" panose="020B0A04020102020204" pitchFamily="34" charset="0"/>
              </a:rPr>
              <a:t>На самом деле эта система очень нужна больницам. Так будет жить легче всем</a:t>
            </a:r>
            <a:endParaRPr lang="ru-RU" dirty="0">
              <a:latin typeface="Arial Black" panose="020B0A04020102020204" pitchFamily="34" charset="0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>
                <a:latin typeface="Arial Black" panose="020B0A04020102020204" pitchFamily="34" charset="0"/>
              </a:rPr>
              <a:t>Сезонности у него не будет. Это актуально всегда. И зимой, и летом, и весной, и осенью. Я пока не придумала где я его буду продавать. Покупать его скорее всего будут </a:t>
            </a:r>
            <a:r>
              <a:rPr lang="ru-RU" dirty="0" err="1" smtClean="0">
                <a:latin typeface="Arial Black" panose="020B0A04020102020204" pitchFamily="34" charset="0"/>
              </a:rPr>
              <a:t>хозя</a:t>
            </a:r>
            <a:r>
              <a:rPr lang="ru-RU" dirty="0" err="1">
                <a:latin typeface="Arial Black" panose="020B0A04020102020204" pitchFamily="34" charset="0"/>
              </a:rPr>
              <a:t>и</a:t>
            </a:r>
            <a:r>
              <a:rPr lang="ru-RU" dirty="0" err="1" smtClean="0">
                <a:latin typeface="Arial Black" panose="020B0A04020102020204" pitchFamily="34" charset="0"/>
              </a:rPr>
              <a:t>ны</a:t>
            </a:r>
            <a:r>
              <a:rPr lang="ru-RU" dirty="0" smtClean="0">
                <a:latin typeface="Arial Black" panose="020B0A04020102020204" pitchFamily="34" charset="0"/>
              </a:rPr>
              <a:t> </a:t>
            </a:r>
            <a:r>
              <a:rPr lang="ru-RU" dirty="0" smtClean="0">
                <a:latin typeface="Arial Black" panose="020B0A04020102020204" pitchFamily="34" charset="0"/>
              </a:rPr>
              <a:t>частных клиник и министерство </a:t>
            </a:r>
            <a:r>
              <a:rPr lang="ru-RU" dirty="0" err="1" smtClean="0">
                <a:latin typeface="Arial Black" panose="020B0A04020102020204" pitchFamily="34" charset="0"/>
              </a:rPr>
              <a:t>здравоохраения</a:t>
            </a:r>
            <a:r>
              <a:rPr lang="ru-RU" dirty="0" smtClean="0">
                <a:latin typeface="Arial Black" panose="020B0A04020102020204" pitchFamily="34" charset="0"/>
              </a:rPr>
              <a:t>.</a:t>
            </a:r>
            <a:endParaRPr lang="ru-RU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1965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Arial Black" panose="020B0A04020102020204" pitchFamily="34" charset="0"/>
              </a:rPr>
              <a:t>Аналоги </a:t>
            </a:r>
            <a:endParaRPr lang="ru-RU" dirty="0">
              <a:latin typeface="Arial Black" panose="020B0A04020102020204" pitchFamily="34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 smtClean="0">
                <a:latin typeface="Arial Black" panose="020B0A04020102020204" pitchFamily="34" charset="0"/>
              </a:rPr>
              <a:t>Конечно, это не новая система и она есть во многих больницах.</a:t>
            </a:r>
            <a:endParaRPr lang="ru-RU" dirty="0">
              <a:latin typeface="Arial Black" panose="020B0A04020102020204" pitchFamily="34" charset="0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>
                <a:latin typeface="Arial Black" panose="020B0A04020102020204" pitchFamily="34" charset="0"/>
              </a:rPr>
              <a:t>Моя система отличается тем, что можно выбрать своё направление и посмотреть в первую очередь диагнозы пациента у вашего направления, а следом аллергии и диагнозы других врачей не вашего направления. Этого в обычных системах в Кемерово нет.</a:t>
            </a:r>
            <a:endParaRPr lang="ru-RU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8954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Arial Black" panose="020B0A04020102020204" pitchFamily="34" charset="0"/>
              </a:rPr>
              <a:t>Экономика </a:t>
            </a:r>
            <a:endParaRPr lang="ru-RU" dirty="0">
              <a:latin typeface="Arial Black" panose="020B0A04020102020204" pitchFamily="34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 smtClean="0">
                <a:latin typeface="Arial Black" panose="020B0A04020102020204" pitchFamily="34" charset="0"/>
              </a:rPr>
              <a:t>Сколько стоит и почему такая стоимость.</a:t>
            </a:r>
            <a:endParaRPr lang="ru-RU" dirty="0">
              <a:latin typeface="Arial Black" panose="020B0A04020102020204" pitchFamily="34" charset="0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>
                <a:latin typeface="Arial Black" panose="020B0A04020102020204" pitchFamily="34" charset="0"/>
              </a:rPr>
              <a:t>Моя система будет стоит не дороже 500 рублей вместе с установкой. Стоит она так дёшево, потому что это не новая система и это реально, то чего она стоит и дороже она не стоит.</a:t>
            </a:r>
            <a:endParaRPr lang="ru-RU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1081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Arial Black" panose="020B0A04020102020204" pitchFamily="34" charset="0"/>
              </a:rPr>
              <a:t>План создания проекта</a:t>
            </a:r>
            <a:endParaRPr lang="ru-RU" dirty="0">
              <a:latin typeface="Arial Black" panose="020B0A04020102020204" pitchFamily="34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 smtClean="0">
                <a:latin typeface="Arial Black" panose="020B0A04020102020204" pitchFamily="34" charset="0"/>
              </a:rPr>
              <a:t>На 3 недели</a:t>
            </a:r>
            <a:endParaRPr lang="ru-RU" dirty="0">
              <a:latin typeface="Arial Black" panose="020B0A04020102020204" pitchFamily="34" charset="0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AutoNum type="arabicParenR"/>
            </a:pPr>
            <a:r>
              <a:rPr lang="ru-RU" dirty="0" smtClean="0">
                <a:latin typeface="Arial Black" panose="020B0A04020102020204" pitchFamily="34" charset="0"/>
              </a:rPr>
              <a:t>Доработать код(я уже написала весь рабочий код)</a:t>
            </a:r>
          </a:p>
          <a:p>
            <a:pPr marL="342900" indent="-342900">
              <a:buAutoNum type="arabicParenR"/>
            </a:pPr>
            <a:r>
              <a:rPr lang="ru-RU" dirty="0" smtClean="0">
                <a:latin typeface="Arial Black" panose="020B0A04020102020204" pitchFamily="34" charset="0"/>
              </a:rPr>
              <a:t>Подготовиться к защите проекта(выучить всё наизусть)</a:t>
            </a:r>
          </a:p>
          <a:p>
            <a:pPr marL="342900" indent="-342900">
              <a:buAutoNum type="arabicParenR"/>
            </a:pPr>
            <a:r>
              <a:rPr lang="ru-RU" dirty="0" err="1" smtClean="0">
                <a:latin typeface="Arial Black" panose="020B0A04020102020204" pitchFamily="34" charset="0"/>
              </a:rPr>
              <a:t>Потренероваться</a:t>
            </a:r>
            <a:r>
              <a:rPr lang="ru-RU" dirty="0" smtClean="0">
                <a:latin typeface="Arial Black" panose="020B0A04020102020204" pitchFamily="34" charset="0"/>
              </a:rPr>
              <a:t> </a:t>
            </a:r>
            <a:r>
              <a:rPr lang="ru-RU" smtClean="0">
                <a:latin typeface="Arial Black" panose="020B0A04020102020204" pitchFamily="34" charset="0"/>
              </a:rPr>
              <a:t>дома(рассказывать родителям</a:t>
            </a:r>
            <a:r>
              <a:rPr lang="ru-RU" dirty="0" smtClean="0">
                <a:latin typeface="Arial Black" panose="020B0A04020102020204" pitchFamily="34" charset="0"/>
              </a:rPr>
              <a:t>, брату, сестре, собаке, бабушкам, дедушкам)</a:t>
            </a:r>
          </a:p>
        </p:txBody>
      </p:sp>
    </p:spTree>
    <p:extLst>
      <p:ext uri="{BB962C8B-B14F-4D97-AF65-F5344CB8AC3E}">
        <p14:creationId xmlns:p14="http://schemas.microsoft.com/office/powerpoint/2010/main" val="2202113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2C333A"/>
      </a:dk2>
      <a:lt2>
        <a:srgbClr val="D6ECED"/>
      </a:lt2>
      <a:accent1>
        <a:srgbClr val="DE32DE"/>
      </a:accent1>
      <a:accent2>
        <a:srgbClr val="F42B8A"/>
      </a:accent2>
      <a:accent3>
        <a:srgbClr val="349FE7"/>
      </a:accent3>
      <a:accent4>
        <a:srgbClr val="565FF8"/>
      </a:accent4>
      <a:accent5>
        <a:srgbClr val="876BE7"/>
      </a:accent5>
      <a:accent6>
        <a:srgbClr val="F268C2"/>
      </a:accent6>
      <a:hlink>
        <a:srgbClr val="F55CF9"/>
      </a:hlink>
      <a:folHlink>
        <a:srgbClr val="E8A0EE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F20B7C8E-B819-43F3-AAF9-EE50B1A836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818</TotalTime>
  <Words>212</Words>
  <Application>Microsoft Office PowerPoint</Application>
  <PresentationFormat>Широкоэкранный</PresentationFormat>
  <Paragraphs>18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Arial Black</vt:lpstr>
      <vt:lpstr>Century Gothic</vt:lpstr>
      <vt:lpstr>Wingdings 3</vt:lpstr>
      <vt:lpstr>Легкий дым</vt:lpstr>
      <vt:lpstr>Мой проект</vt:lpstr>
      <vt:lpstr>Тема проекта</vt:lpstr>
      <vt:lpstr>Как проект работает</vt:lpstr>
      <vt:lpstr>Аналоги </vt:lpstr>
      <vt:lpstr>Экономика </vt:lpstr>
      <vt:lpstr>План создания проекта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Учетная запись Майкрософт</dc:creator>
  <cp:lastModifiedBy>Учетная запись Майкрософт</cp:lastModifiedBy>
  <cp:revision>6</cp:revision>
  <dcterms:created xsi:type="dcterms:W3CDTF">2026-03-20T13:49:15Z</dcterms:created>
  <dcterms:modified xsi:type="dcterms:W3CDTF">2026-03-24T04:07:08Z</dcterms:modified>
</cp:coreProperties>
</file>